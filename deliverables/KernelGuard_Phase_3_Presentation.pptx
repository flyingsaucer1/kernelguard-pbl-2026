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67e8d32edf403c" /><Relationship Type="http://schemas.openxmlformats.org/officeDocument/2006/relationships/extended-properties" Target="/docProps/app.xml" Id="Rd1bb085943084cd0" /><Relationship Type="http://schemas.openxmlformats.org/officeDocument/2006/relationships/officeDocument" Target="/ppt/presentation.xml" Id="R01175574ec014c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a132c4691d40dd"/>
  </p:sldMasterIdLst>
  <p:notesMasterIdLst>
    <p:notesMasterId xmlns:r="http://schemas.openxmlformats.org/officeDocument/2006/relationships" r:id="R4708490986d44fa3"/>
  </p:notesMasterIdLst>
  <p:sldIdLst>
    <p:sldId xmlns:r="http://schemas.openxmlformats.org/officeDocument/2006/relationships" id="256" r:id="R6a44ae3ed4f74d44"/>
    <p:sldId xmlns:r="http://schemas.openxmlformats.org/officeDocument/2006/relationships" id="257" r:id="R180b9e9675b64fac"/>
    <p:sldId xmlns:r="http://schemas.openxmlformats.org/officeDocument/2006/relationships" id="258" r:id="Ra0c9a4870fca4149"/>
    <p:sldId xmlns:r="http://schemas.openxmlformats.org/officeDocument/2006/relationships" id="259" r:id="R2e18f34522234bc2"/>
    <p:sldId xmlns:r="http://schemas.openxmlformats.org/officeDocument/2006/relationships" id="260" r:id="R2c2d0cb643074268"/>
    <p:sldId xmlns:r="http://schemas.openxmlformats.org/officeDocument/2006/relationships" id="261" r:id="Rc49e2b1e611e4e71"/>
    <p:sldId xmlns:r="http://schemas.openxmlformats.org/officeDocument/2006/relationships" id="262" r:id="Rd7be731489f14ee3"/>
    <p:sldId xmlns:r="http://schemas.openxmlformats.org/officeDocument/2006/relationships" id="263" r:id="Rcfe2609a95c14bc9"/>
    <p:sldId xmlns:r="http://schemas.openxmlformats.org/officeDocument/2006/relationships" id="264" r:id="R899b6d5a0ecb4ad8"/>
    <p:sldId xmlns:r="http://schemas.openxmlformats.org/officeDocument/2006/relationships" id="265" r:id="R0c1b34c9984347db"/>
    <p:sldId xmlns:r="http://schemas.openxmlformats.org/officeDocument/2006/relationships" id="266" r:id="R8e8908bcfeb14d7c"/>
    <p:sldId xmlns:r="http://schemas.openxmlformats.org/officeDocument/2006/relationships" id="267" r:id="Rf39877d1cc554b1b"/>
    <p:sldId xmlns:r="http://schemas.openxmlformats.org/officeDocument/2006/relationships" id="268" r:id="R9aee1046483443d4"/>
    <p:sldId xmlns:r="http://schemas.openxmlformats.org/officeDocument/2006/relationships" id="269" r:id="Rc45ac5fe0a9f4877"/>
    <p:sldId xmlns:r="http://schemas.openxmlformats.org/officeDocument/2006/relationships" id="270" r:id="Rd3c92045186a44bc"/>
    <p:sldId xmlns:r="http://schemas.openxmlformats.org/officeDocument/2006/relationships" id="271" r:id="Rd68845fd05d547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fa2345062a4d0f" /><Relationship Type="http://schemas.openxmlformats.org/officeDocument/2006/relationships/slideMaster" Target="/ppt/slideMasters/slideMaster1.xml" Id="Rd4a132c4691d40dd" /><Relationship Type="http://schemas.openxmlformats.org/officeDocument/2006/relationships/notesMaster" Target="/ppt/notesMasters/notesMaster1.xml" Id="R4708490986d44fa3" /><Relationship Type="http://schemas.openxmlformats.org/officeDocument/2006/relationships/presProps" Target="/ppt/presProps.xml" Id="Rec7f6bff30d3479a" /><Relationship Type="http://schemas.openxmlformats.org/officeDocument/2006/relationships/tableStyles" Target="/ppt/tableStyles.xml" Id="R0d0dd292d7454559" /><Relationship Type="http://schemas.openxmlformats.org/officeDocument/2006/relationships/slide" Target="/ppt/slides/slide1.xml" Id="R6a44ae3ed4f74d44" /><Relationship Type="http://schemas.openxmlformats.org/officeDocument/2006/relationships/slide" Target="/ppt/slides/slide2.xml" Id="R180b9e9675b64fac" /><Relationship Type="http://schemas.openxmlformats.org/officeDocument/2006/relationships/slide" Target="/ppt/slides/slide3.xml" Id="Ra0c9a4870fca4149" /><Relationship Type="http://schemas.openxmlformats.org/officeDocument/2006/relationships/slide" Target="/ppt/slides/slide4.xml" Id="R2e18f34522234bc2" /><Relationship Type="http://schemas.openxmlformats.org/officeDocument/2006/relationships/slide" Target="/ppt/slides/slide5.xml" Id="R2c2d0cb643074268" /><Relationship Type="http://schemas.openxmlformats.org/officeDocument/2006/relationships/slide" Target="/ppt/slides/slide6.xml" Id="Rc49e2b1e611e4e71" /><Relationship Type="http://schemas.openxmlformats.org/officeDocument/2006/relationships/slide" Target="/ppt/slides/slide7.xml" Id="Rd7be731489f14ee3" /><Relationship Type="http://schemas.openxmlformats.org/officeDocument/2006/relationships/slide" Target="/ppt/slides/slide8.xml" Id="Rcfe2609a95c14bc9" /><Relationship Type="http://schemas.openxmlformats.org/officeDocument/2006/relationships/slide" Target="/ppt/slides/slide9.xml" Id="R899b6d5a0ecb4ad8" /><Relationship Type="http://schemas.openxmlformats.org/officeDocument/2006/relationships/slide" Target="/ppt/slides/slide10.xml" Id="R0c1b34c9984347db" /><Relationship Type="http://schemas.openxmlformats.org/officeDocument/2006/relationships/slide" Target="/ppt/slides/slide11.xml" Id="R8e8908bcfeb14d7c" /><Relationship Type="http://schemas.openxmlformats.org/officeDocument/2006/relationships/slide" Target="/ppt/slides/slide12.xml" Id="Rf39877d1cc554b1b" /><Relationship Type="http://schemas.openxmlformats.org/officeDocument/2006/relationships/slide" Target="/ppt/slides/slide13.xml" Id="R9aee1046483443d4" /><Relationship Type="http://schemas.openxmlformats.org/officeDocument/2006/relationships/slide" Target="/ppt/slides/slide14.xml" Id="Rc45ac5fe0a9f4877" /><Relationship Type="http://schemas.openxmlformats.org/officeDocument/2006/relationships/slide" Target="/ppt/slides/slide15.xml" Id="Rd3c92045186a44bc" /><Relationship Type="http://schemas.openxmlformats.org/officeDocument/2006/relationships/slide" Target="/ppt/slides/slide16.xml" Id="Rd68845fd05d547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4d6ff824e441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cf9b8066634c78" /><Relationship Type="http://schemas.openxmlformats.org/officeDocument/2006/relationships/notesMaster" Target="/ppt/notesMasters/notesMaster1.xml" Id="R7c0a94071d3542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a58e5187d2488f" /><Relationship Type="http://schemas.openxmlformats.org/officeDocument/2006/relationships/notesMaster" Target="/ppt/notesMasters/notesMaster1.xml" Id="R24e91cce4a374a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779eae81f64f24" /><Relationship Type="http://schemas.openxmlformats.org/officeDocument/2006/relationships/notesMaster" Target="/ppt/notesMasters/notesMaster1.xml" Id="R48ad1e94edbc46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46a48c313341d4" /><Relationship Type="http://schemas.openxmlformats.org/officeDocument/2006/relationships/notesMaster" Target="/ppt/notesMasters/notesMaster1.xml" Id="R5ace9ddd07524c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9096ad8b68403e" /><Relationship Type="http://schemas.openxmlformats.org/officeDocument/2006/relationships/notesMaster" Target="/ppt/notesMasters/notesMaster1.xml" Id="Rc2ce6ce14d724b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d7c22b529545d7" /><Relationship Type="http://schemas.openxmlformats.org/officeDocument/2006/relationships/notesMaster" Target="/ppt/notesMasters/notesMaster1.xml" Id="Re5aff276e89d48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9ea7a9b27c4986" /><Relationship Type="http://schemas.openxmlformats.org/officeDocument/2006/relationships/notesMaster" Target="/ppt/notesMasters/notesMaster1.xml" Id="Ra14ee66328d340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e23d5cd0c146df" /><Relationship Type="http://schemas.openxmlformats.org/officeDocument/2006/relationships/notesMaster" Target="/ppt/notesMasters/notesMaster1.xml" Id="Re14750c67c8144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20e64778cb448d" /><Relationship Type="http://schemas.openxmlformats.org/officeDocument/2006/relationships/notesMaster" Target="/ppt/notesMasters/notesMaster1.xml" Id="Rb1d1808b352e43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3088ba10bc4a45" /><Relationship Type="http://schemas.openxmlformats.org/officeDocument/2006/relationships/notesMaster" Target="/ppt/notesMasters/notesMaster1.xml" Id="R04a9df54832c4a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d90d87c3364d71" /><Relationship Type="http://schemas.openxmlformats.org/officeDocument/2006/relationships/notesMaster" Target="/ppt/notesMasters/notesMaster1.xml" Id="R244c46cd3f824b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9eb35bf73c4ab5" /><Relationship Type="http://schemas.openxmlformats.org/officeDocument/2006/relationships/notesMaster" Target="/ppt/notesMasters/notesMaster1.xml" Id="Re04add0154d345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07277e7afb47a8" /><Relationship Type="http://schemas.openxmlformats.org/officeDocument/2006/relationships/notesMaster" Target="/ppt/notesMasters/notesMaster1.xml" Id="R9f81934728534b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bc8887faea4a22" /><Relationship Type="http://schemas.openxmlformats.org/officeDocument/2006/relationships/notesMaster" Target="/ppt/notesMasters/notesMaster1.xml" Id="Rb9756eadd35842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866b82915954502" /><Relationship Type="http://schemas.openxmlformats.org/officeDocument/2006/relationships/notesMaster" Target="/ppt/notesMasters/notesMaster1.xml" Id="Rf280b418bd4d41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4e49d4d4d34439" /><Relationship Type="http://schemas.openxmlformats.org/officeDocument/2006/relationships/notesMaster" Target="/ppt/notesMasters/notesMaster1.xml" Id="R9ceed6c0f34345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 README.md; supplied Phase 1 PDF for team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1 PDF; Phase 2 docs/TEAM.md; Phase 3 docs/contributions/README.md. Areas are allocations, not verified authorship.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C:\KernalGuard\README.md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C:\KernalGuard-Phase2-PBL\README.md; C:\KernalGuard\README.md.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C:\KernalGuard\docs/ARCHITECTURE.md. The rules detect policy matches, not intent or data transfer.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C:\KernalGuard\docs/ARCHITECTURE.md and docs/LIVE_AUDIT_CHECK.md; https://dev.mysql.com/doc/refman/8.4/en/create-table-foreign-keys.html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C:\KernalGuard\docs/ARCHITECTURE.md and docs/LIVE_AUDIT_CHECK.md; https://flask.palletsprojects.com/en/stable/web-security/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C:\KernalGuard\docs/evaluation.json and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C:\KernalGuard\docs/LIVE_AUDIT_CHECK.md. These are recorded controlled lab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C:\KernalGuard\docs/MYSQL84_DOCKER.md.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C:\KernalGuard\docs/ACCEPTANCE.md and docs/LIVE_AUDIT_CHECK.md.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C:\KernalGuard\docs/ARCHITECTURE.md and docs/ORIGINALITY_AND_ATTRIBUTION.md.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https://docs.redhat.com/en/documentation/red_hat_enterprise_linux/7/html/security_guide/sec-understanding_audit_log_files ; https://docs.sqlalchemy.org/en/20/core/connections.html ; https://dev.mysql.com/doc/refman/8.4/en/create-table-foreign-keys.html ; https://flask.palletsprojects.com/en/stable/web-security/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c1169461544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e0736208424739" /><Relationship Type="http://schemas.openxmlformats.org/officeDocument/2006/relationships/slideLayout" Target="/ppt/slideLayouts/slideLayout1.xml" Id="Rafe43b47bae842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e43b47bae842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08b1248a540ef" /><Relationship Type="http://schemas.openxmlformats.org/officeDocument/2006/relationships/image" Target="/ppt/media/image.png" Id="R9c6bd43028ac4430" /><Relationship Type="http://schemas.openxmlformats.org/officeDocument/2006/relationships/notesSlide" Target="/ppt/notesSlides/notesSlide1.xml" Id="Re680ce5c709b48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aaa2a08b848b2" /><Relationship Type="http://schemas.openxmlformats.org/officeDocument/2006/relationships/image" Target="/ppt/media/image2.png" Id="Rbc81f3d0364c471d" /><Relationship Type="http://schemas.openxmlformats.org/officeDocument/2006/relationships/notesSlide" Target="/ppt/notesSlides/notesSlide2.xml" Id="Re64f3586290a46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0ecd10ff046d4" /><Relationship Type="http://schemas.openxmlformats.org/officeDocument/2006/relationships/image" Target="/ppt/media/image3.png" Id="R05088dfeb1574ff9" /><Relationship Type="http://schemas.openxmlformats.org/officeDocument/2006/relationships/notesSlide" Target="/ppt/notesSlides/notesSlide3.xml" Id="R878f8a7bd68043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d36d69ad14b0f" /><Relationship Type="http://schemas.openxmlformats.org/officeDocument/2006/relationships/image" Target="/ppt/media/image4.png" Id="Rf186b0b5d19144b7" /><Relationship Type="http://schemas.openxmlformats.org/officeDocument/2006/relationships/notesSlide" Target="/ppt/notesSlides/notesSlide4.xml" Id="Rcfd923949a9e41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1d36958314895" /><Relationship Type="http://schemas.openxmlformats.org/officeDocument/2006/relationships/image" Target="/ppt/media/image5.png" Id="Rad3e99475f894362" /><Relationship Type="http://schemas.openxmlformats.org/officeDocument/2006/relationships/notesSlide" Target="/ppt/notesSlides/notesSlide5.xml" Id="R6a04156500e949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672f6172c49b9" /><Relationship Type="http://schemas.openxmlformats.org/officeDocument/2006/relationships/image" Target="/ppt/media/image6.png" Id="R843368d3243641cf" /><Relationship Type="http://schemas.openxmlformats.org/officeDocument/2006/relationships/notesSlide" Target="/ppt/notesSlides/notesSlide6.xml" Id="R62d9263bc4df41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4340b05004feb" /><Relationship Type="http://schemas.openxmlformats.org/officeDocument/2006/relationships/image" Target="/ppt/media/image7.png" Id="Rb310ec52b0654692" /><Relationship Type="http://schemas.openxmlformats.org/officeDocument/2006/relationships/notesSlide" Target="/ppt/notesSlides/notesSlide7.xml" Id="R650abbda554046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7fd6124b94c75" /><Relationship Type="http://schemas.openxmlformats.org/officeDocument/2006/relationships/image" Target="/ppt/media/image8.png" Id="Rd6bdf6c1f3eb483b" /><Relationship Type="http://schemas.openxmlformats.org/officeDocument/2006/relationships/notesSlide" Target="/ppt/notesSlides/notesSlide8.xml" Id="R8f271510090f49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e3c49419d44d3" /><Relationship Type="http://schemas.openxmlformats.org/officeDocument/2006/relationships/image" Target="/ppt/media/image9.png" Id="R664939e2be694ec4" /><Relationship Type="http://schemas.openxmlformats.org/officeDocument/2006/relationships/notesSlide" Target="/ppt/notesSlides/notesSlide9.xml" Id="R90e08d87dfa34a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8342092d14967" /><Relationship Type="http://schemas.openxmlformats.org/officeDocument/2006/relationships/image" Target="/ppt/media/image10.png" Id="R9bbe1b372dc34159" /><Relationship Type="http://schemas.openxmlformats.org/officeDocument/2006/relationships/notesSlide" Target="/ppt/notesSlides/notesSlide10.xml" Id="R7a466ca5c4774b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63dd2056e4396" /><Relationship Type="http://schemas.openxmlformats.org/officeDocument/2006/relationships/image" Target="/ppt/media/image11.png" Id="R930e4514a7de43ee" /><Relationship Type="http://schemas.openxmlformats.org/officeDocument/2006/relationships/notesSlide" Target="/ppt/notesSlides/notesSlide11.xml" Id="Rb3451a1b948f4c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91c1b6f6140ad" /><Relationship Type="http://schemas.openxmlformats.org/officeDocument/2006/relationships/image" Target="/ppt/media/image12.png" Id="R1c25e7afdab54e6f" /><Relationship Type="http://schemas.openxmlformats.org/officeDocument/2006/relationships/notesSlide" Target="/ppt/notesSlides/notesSlide12.xml" Id="R36ccf55a243948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5bac5392649e4" /><Relationship Type="http://schemas.openxmlformats.org/officeDocument/2006/relationships/image" Target="/ppt/media/image13.png" Id="R0d43d50565b24174" /><Relationship Type="http://schemas.openxmlformats.org/officeDocument/2006/relationships/notesSlide" Target="/ppt/notesSlides/notesSlide13.xml" Id="R6f2f24b9443848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a3487fb894faf" /><Relationship Type="http://schemas.openxmlformats.org/officeDocument/2006/relationships/image" Target="/ppt/media/image14.png" Id="R0224970dd65a4057" /><Relationship Type="http://schemas.openxmlformats.org/officeDocument/2006/relationships/notesSlide" Target="/ppt/notesSlides/notesSlide14.xml" Id="Re2da33a8aae84c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dbb324cca4041" /><Relationship Type="http://schemas.openxmlformats.org/officeDocument/2006/relationships/image" Target="/ppt/media/image15.png" Id="Rf475a66ba44e412a" /><Relationship Type="http://schemas.openxmlformats.org/officeDocument/2006/relationships/notesSlide" Target="/ppt/notesSlides/notesSlide15.xml" Id="R85b110b404584f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5ab039f514204" /><Relationship Type="http://schemas.openxmlformats.org/officeDocument/2006/relationships/image" Target="/ppt/media/image16.png" Id="Re057ff3a6d954fe6" /><Relationship Type="http://schemas.openxmlformats.org/officeDocument/2006/relationships/notesSlide" Target="/ppt/notesSlides/notesSlide16.xml" Id="Reb010b74641348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bd43028ac4430"/>
          <a:stretch xmlns:a="http://schemas.openxmlformats.org/drawingml/2006/main"/>
        </p:blipFill>
        <p:spPr>
          <a:xfrm xmlns:a="http://schemas.openxmlformats.org/drawingml/2006/main">
            <a:off x="10668000" y="285750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A0495-A668-4D38-BD6F-7D65B397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Project-Based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674E2-365D-497E-9AA7-845B3BD2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KernelGuard · Phase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AF8F4-2C1A-42D2-92D9-775A30CB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376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1D934-1354-4043-B82C-AD2A35E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Host inventory, five policies and administrator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0FA6B-6724-4189-91F4-742602A2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OS (TCS 502) and DBMS (TCS 503)  ·  Team OSDBMS-V-2026-T298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77B5A-0979-479E-87D4-88D4319B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Mentor: (Prof.)Dr.Mohammad Wazid  ·  Academic session 2026–27</a:t>
            </a:r>
          </a:p>
        </p:txBody>
      </p:sp>
    </p:spTree>
    <p:extLst>
      <p:ext uri="{BB962C8B-B14F-4D97-AF65-F5344CB8AC3E}">
        <p14:creationId xmlns:p14="http://schemas.microsoft.com/office/powerpoint/2010/main" val="830909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1f3d0364c471d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30961-5898-41C7-A371-2D70807B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Team and presentation areas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90259-6FB3-459D-8D3D-1A9D422B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8B1A7-703C-4DB1-A96F-56E5FEC4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842EA-3341-419B-BAF8-B0D057FC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681BB-CB2B-4648-9870-400BD362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Arshpreet Singh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BA78C-FE50-4D9E-83CC-141CE6DB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7145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24021835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D81C9-AF36-4C11-8A07-3E2068D3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Linux audit and host collection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06006-1CC9-46D5-AD5F-3831C81E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D0990-0EC2-4227-AE8A-0452AB61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Mohd Ahmed Khan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A0B92-1877-4F26-B641-91880A1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670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24021365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09A8F-1174-46A9-B65C-90172D3F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Database and persistence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72045-5247-4815-AD83-C74D8676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725CD-9552-467E-A59B-353DB3E5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Ankit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86DE8-C325-4CCD-A6D6-4ADD830A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195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240212134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DB883-917B-4527-81D3-0BDA4535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Detection and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0F3CF-C733-47E7-A97B-AF4F4A3E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380EA-7DD9-4DC0-B997-5F6A0581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Mohd Shoaib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14A42-BCB0-401A-9F42-3B415964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5720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240211124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51BDB-566D-4B10-AF75-286BA3B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Dashboard and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46D16-AC9E-486B-90ED-C9F72C6F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625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C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20CFC-7185-41AB-BCF9-C5C35352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Member areas follow the source allocation documents. Individual commit claims need the team’s Git record.</a:t>
            </a:r>
          </a:p>
        </p:txBody>
      </p:sp>
    </p:spTree>
    <p:extLst>
      <p:ext uri="{BB962C8B-B14F-4D97-AF65-F5344CB8AC3E}">
        <p14:creationId xmlns:p14="http://schemas.microsoft.com/office/powerpoint/2010/main" val="2317056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88dfeb1574ff9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DF0FF-EBBA-4D94-8909-07F7B301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Final project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2CB2D-FBAF-4D7C-A894-9F0F3C1E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818F6-9F03-4FB5-839A-0EA44021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9EC3B-C0BC-488C-8C0D-BD936986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41923-83EC-461E-A121-71D561AD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EE987-EEC4-4359-AB84-EBC6E3A4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KernelGuard combines Linux Audit records with user, session, process and USB observations.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3D032-F6AE-4E8D-8F26-6410C072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E8A66-6FB8-4ED9-9A03-4B050F31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574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Five deterministic policies create alerts with retained event evidence and policy settings.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D07AF-B3E2-4640-BB2F-40A10272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AF491-CB50-443D-A08E-C89E2A3B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95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An authenticated administrator can review alerts and record device approval decisions.</a:t>
            </a:r>
          </a:p>
        </p:txBody>
      </p:sp>
    </p:spTree>
    <p:extLst>
      <p:ext uri="{BB962C8B-B14F-4D97-AF65-F5344CB8AC3E}">
        <p14:creationId xmlns:p14="http://schemas.microsoft.com/office/powerpoint/2010/main" val="782532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6b0b5d19144b7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D6241-33A8-4B9C-9FFA-A615CA8C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 2 to Phase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8C0B1-D10D-499D-B822-8C7C6657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5192E-13B8-4D46-9CC9-1891791F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CBCC0-460F-4F38-8AEF-6D121061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C3D20-A9E1-456B-A948-91FD3A78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 2 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298C8-702B-47B9-A417-7E2999A0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 3 additions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194C8-4564-4F60-8233-E4DD887A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67656-7610-4964-B69E-05D50B2B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Audit parser and protected-file rule.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CE609-E05D-45B8-B299-F2FFB9D2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0ED8B-9BB6-4D7C-89B2-DABCEFE0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MySQL event and alert relationships.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74E9E-DAE7-485F-A99F-895A5CBF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48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138F7-7E74-4E71-BBC9-333F3564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Failed-login and after-hours policies.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7FC93-0C2B-4A4B-B3F6-9A319067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8F656-E3FC-4F71-AFFC-9143660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Host and USB inventory with state transitions.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57287-1D72-4125-A530-DDF2F652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AFF8D-4299-4622-9CB1-AC071D78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Bulk-path, privileged-command and USB policies.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D52FE-5BCC-4039-AB36-E608B7C9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A7949-0A2D-453E-B715-76D39A3A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Authentication, CSRF and retained review history.</a:t>
            </a:r>
          </a:p>
        </p:txBody>
      </p:sp>
    </p:spTree>
    <p:extLst>
      <p:ext uri="{BB962C8B-B14F-4D97-AF65-F5344CB8AC3E}">
        <p14:creationId xmlns:p14="http://schemas.microsoft.com/office/powerpoint/2010/main" val="12083173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e99475f894362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54CAD-6A93-4B58-86CB-E66784A9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97241-54CA-42A6-8E8F-D1350790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F08F9-D502-4E93-836C-98BCD1FF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607DE-3461-4693-9C10-6B824DF8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92BD3-A0A0-4846-BBC4-DDE0C50B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Evidence 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620BC-69A9-4DF5-9887-42BC7566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Persistence and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7E437-3EE2-4828-B3B2-08270B2A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6D0C8-06F3-4475-8126-9BFFF946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auditd and ausearch supply grouped activity records.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A9EE7-E764-48D8-A9E9-E738A1F6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AB873-9EED-4E1E-B326-18B8A4F6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pwd, procfs, psutil and pyudev supply sampled inventory.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BE6A9-B332-4850-8DA7-CA2905AD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48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B6933-D4B6-4806-84F7-7FE8CC2F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Validated snapshots mark incomplete process scans.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58CD4-7679-4E09-A28E-33E8CECF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D3908-FC5E-42A9-B3B3-11E2C4F0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Writer locks and transactions protect related rows.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BBA05-9092-4CAD-9282-9535AB7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636B7-B10B-4BA0-B6CB-42039252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SQLite supports a demo; MySQL supports separate Kali deployments.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F193A-BC36-488B-BB85-45E0AF5D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9FB7E-739B-4515-AEFD-C2523592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Authenticated dashboard exposes evidence and decisions.</a:t>
            </a:r>
          </a:p>
        </p:txBody>
      </p:sp>
    </p:spTree>
    <p:extLst>
      <p:ext uri="{BB962C8B-B14F-4D97-AF65-F5344CB8AC3E}">
        <p14:creationId xmlns:p14="http://schemas.microsoft.com/office/powerpoint/2010/main" val="2043120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368d3243641cf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1B17F-404B-4269-B561-49B833CE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Five policies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0AB80-AAE2-4F64-8B53-6468592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7EC5E-52DC-46A6-B5E9-81D1F664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88883-6DEB-4689-8A06-38668D3D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B6908-3856-4E28-B456-618BA1A0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AE90C-C64B-441A-BCE7-BEBD3EC9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Repeated failed login attempts and successful protected reads outside allowed hours.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8F832-D6E4-48A0-BDC8-142597C3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F3646-6D8B-45ED-8783-BF9107E8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574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 threshold of distinct protected paths in one observed context, or a selected root-effective command.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2EEB7-F1D0-42AA-A4D8-55B6AF53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FC1E3-84FC-40E0-9DB4-971866E3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95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First observation or reappearance of a USB identity without an approval decision.</a:t>
            </a:r>
          </a:p>
        </p:txBody>
      </p:sp>
    </p:spTree>
    <p:extLst>
      <p:ext uri="{BB962C8B-B14F-4D97-AF65-F5344CB8AC3E}">
        <p14:creationId xmlns:p14="http://schemas.microsoft.com/office/powerpoint/2010/main" val="17938165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0ec52b0654692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C5268-6205-4349-8C4D-6DB2A7C9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Identity and relational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1C4F4-381B-4D3C-B660-2E934FBD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F5DF3-7740-438A-9ABC-690A14C2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F05E2-C658-4B2A-A5AC-C18B6B82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7/16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C66A6-6F0B-4BD3-A1BA-715302DC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Identity safeguards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2BC93-1495-4425-8B3C-8381C306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Relational safeguards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06C6D-782C-4264-9514-A9500BE0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89F2A-F62F-4886-91D3-4E2CFC69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Audit events retain login, real and effective UIDs.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FD02C-F688-4986-96B6-A9C96648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213D6-8165-4E8F-A5D4-2170013D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Process keys include host, boot, PID and start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EF85A-8C55-4019-936F-725003FF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48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84EF0-5C6A-49C2-BD98-82CD5811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Session keys are boot scoped.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E9B84-DF11-403D-9B62-07E14E2A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1A776-337D-4E2B-9D7D-57867768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17 MySQL tables use InnoDB and foreign keys.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6AD38-CA7E-46BA-A931-D84B86A8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BAEDA-9E20-4BF3-B393-117882EF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Alerts link to evidence and policy snapshots.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CA42A-2764-4B6A-92CD-9F708685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8B736-B278-4136-88C5-9AD461A4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Reviews and device decisions preserve history.</a:t>
            </a:r>
          </a:p>
        </p:txBody>
      </p:sp>
    </p:spTree>
    <p:extLst>
      <p:ext uri="{BB962C8B-B14F-4D97-AF65-F5344CB8AC3E}">
        <p14:creationId xmlns:p14="http://schemas.microsoft.com/office/powerpoint/2010/main" val="5304069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df6c1f3eb483b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77443-837F-4D9A-A98A-E9437568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Administrator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6CB31-7FC5-42B4-90FB-1E7E9632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0B992-38E0-497B-96D0-1580A1DB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7DA69-45F6-4056-9BA9-2A9824B0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8/16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F6448-3C0E-484F-B507-07295783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Alert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95C37-DC32-4EED-A57E-6F2F13D8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USB enrollment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E43DC-F453-4A39-8073-FC08CC9A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49B13-A1C3-4CC5-B5DE-627D694C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Login protects review routes.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7558D-5738-4F92-9379-EEE6D091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8B2DD-6125-46A2-AA14-34BDF0D7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CSRF tokens and stale-form checks reject unsafe updates.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E817E-4929-427B-AEEF-8322B9AA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48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73AB4-E423-431F-A340-AA90E142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Acknowledge and reopen retain each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FB94C-7659-4A25-BBF2-367892BF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B4880-BE1C-48D5-AF5C-B3D9BCFC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Administrator approval or revocation has a note and history.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4E08C-3519-447D-B593-5B9D010E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95EA1-2758-4E25-88C8-6312D30F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 future reappearance checks the latest recorded decision.</a:t>
            </a:r>
          </a:p>
        </p:txBody>
      </p:sp>
    </p:spTree>
    <p:extLst>
      <p:ext uri="{BB962C8B-B14F-4D97-AF65-F5344CB8AC3E}">
        <p14:creationId xmlns:p14="http://schemas.microsoft.com/office/powerpoint/2010/main" val="9544925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939e2be694ec4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F4097-001B-4DD7-A442-704AB2C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Implementation and course concepts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20EDA-1BC4-4B01-95A9-7F2A9A39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74A9D-1B4A-46F9-8FC2-54B3E726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EFABB-FF0B-468F-9A58-DEBF4605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9/16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0023E-B607-446C-A9E1-7494F441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F458B-0512-4CF2-9AE5-B371F5C8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OS: syscall metadata, login identity, process lifetime, boot context and sampled USB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E31A9-EC46-4AAA-B1EE-183F3C29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C592B-F1B3-46FF-BAF2-91C0F918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574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DBMS: normalized tables, unique keys, foreign keys, joins, transactions and rollback.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87555-6E01-422B-929E-584C33DE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2E279-25C4-4C5E-B03C-B2782F61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95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Security engineering: configurable policies, linked evidence, authenticated review and decision history.</a:t>
            </a:r>
          </a:p>
        </p:txBody>
      </p:sp>
    </p:spTree>
    <p:extLst>
      <p:ext uri="{BB962C8B-B14F-4D97-AF65-F5344CB8AC3E}">
        <p14:creationId xmlns:p14="http://schemas.microsoft.com/office/powerpoint/2010/main" val="20640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e1b372dc34159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990C3-5160-428D-8461-1BA116D9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Saved policy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1C5CB-9FEA-4C4A-B05C-10C3B2A9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DE3FD-4F75-4097-B2D9-7D783AAC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9AEC5-67C6-41E9-8F8B-152CB50B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10/16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DFE82-B098-43C7-B7BE-68BF7C3D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03CB5-16BC-4647-871F-6E1C0077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908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expected policy 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426B3-C52C-48E1-B767-E5AAC335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43125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9F749-4DB3-4159-A9AA-B5473DBE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908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synthetic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2B938-7C59-4FC2-87A7-59E24C8D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D8B92-DDA8-4943-85F7-6163F649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908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alerts created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679B3-B653-4B72-864A-D055C660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0.4806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9CF5E-0C16-4078-9BDD-A118FB2C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908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disk-backed SQLite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EC74D-E819-437F-AA91-D0A8A297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One transaction; excludes source collection, inventory, web rendering and setup. This is not production capacity or field accuracy.</a:t>
            </a:r>
          </a:p>
        </p:txBody>
      </p:sp>
    </p:spTree>
    <p:extLst>
      <p:ext uri="{BB962C8B-B14F-4D97-AF65-F5344CB8AC3E}">
        <p14:creationId xmlns:p14="http://schemas.microsoft.com/office/powerpoint/2010/main" val="21164412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e4514a7de43ee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BFA7F-1FD5-4A74-844D-2E3F6D53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Live Kali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E2092-6FF5-421A-84B2-3ED0BBA0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DD1A0-8CE2-4F50-93CC-331E3299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C7404-2F9A-4E98-9306-08F934C6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11/16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54450-63B6-457B-B682-E7667148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Observed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F268D-4E7A-41D8-A507-7C6E6EB0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Administrator and inventory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796B4-D06F-426B-B44C-DDC5ED95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9A077-A2AF-4237-A838-4FF69200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Protected-file reads, five failed logins and a ten-path bulk alert.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C2533-67EA-4771-B211-0FD148AF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FC1F3-C75F-4460-B136-FB223DA3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Selected privileged command with AUID 1000 and EUID 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5F526-062C-4254-9469-4B40CC40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48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4CE6A-23F3-4DF6-BBF0-84D688DC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Replay after collector restart preserved distinct events.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AF2A7-2A36-4827-BBEF-9C8719D1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0F7DB-3393-4FC6-A396-A22344CC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User, process and USB inventory reached the database.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14C5F-3F9E-45AB-9019-04AD9598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1A2E6-E3E7-46F3-9F8C-9171451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CSRF and stale review were rejected; decisions were retained.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4BAB5-554C-47AA-A7F5-D37EA150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24682-A316-4A49-9037-7AF1BE66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Incomplete process scan saved a warning.</a:t>
            </a:r>
          </a:p>
        </p:txBody>
      </p:sp>
    </p:spTree>
    <p:extLst>
      <p:ext uri="{BB962C8B-B14F-4D97-AF65-F5344CB8AC3E}">
        <p14:creationId xmlns:p14="http://schemas.microsoft.com/office/powerpoint/2010/main" val="7606445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5e7afdab54e6f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0C0B5-7258-4256-9CFF-01D19BBB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Oracle MySQL 8.4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48BCA-C7AD-418F-A86F-BC49F7C6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92764-4B98-44AA-BFAE-81886512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96546-304F-458A-8900-38461781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12/16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8F277-59A5-4EC1-ADDC-AA3E2D5B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E94FD-CD88-42D2-B7E8-0C2AB9A4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 separate MySQL 8.4.11 Docker deployment runs alongside the MariaDB-backed system on Kali.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B96A2-78DC-498D-8913-F186FC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88663-8607-4A82-8EB7-49FF1503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574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The MySQL dashboard, admin login, audit and inventory services were checked on 2 October 2026.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FFDAA-59B2-4ADA-86B2-D4079141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3E6D4-5436-4DA3-B29C-AD0FD26C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95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The disposable MySQL integration database passed its test and was removed afterward.</a:t>
            </a:r>
          </a:p>
        </p:txBody>
      </p:sp>
    </p:spTree>
    <p:extLst>
      <p:ext uri="{BB962C8B-B14F-4D97-AF65-F5344CB8AC3E}">
        <p14:creationId xmlns:p14="http://schemas.microsoft.com/office/powerpoint/2010/main" val="2064175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3d50565b24174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4B29E-0697-483B-965B-D62B30AC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False positives and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A51FE-BE7A-43B4-AE9F-AA49FC95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0CF94-262A-43B7-A5BA-7C9088A4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DCF70-7CC1-4ACD-A719-E632E7D8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13/16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C3CCC-E332-4285-83C8-43D75332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Known review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CD71E-72A5-492F-8752-4FDFB7B9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Interpretation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84CEE-2B5A-4EFC-BF44-8AD9DAA2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FEFA3-4515-4F63-ACE5-2A275B57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An authorized backup can read ten distinct protected 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8EF35-D218-41CE-BC13-19F511E3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A2493-FFCF-4A04-9A8D-5BAE9EDF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An authorized administrator can run a selected command.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EDDFE-5E7B-4F49-9363-CFF5D57A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D5624-1066-4694-BB1F-8E13B99F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Both actions may satisfy policy and need human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17506-B195-4D1B-A60A-215BAC69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51EC1-5279-42C5-A5A4-DCC1E509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No field precision, recall or malicious-intent inference is established.</a:t>
            </a:r>
          </a:p>
        </p:txBody>
      </p:sp>
    </p:spTree>
    <p:extLst>
      <p:ext uri="{BB962C8B-B14F-4D97-AF65-F5344CB8AC3E}">
        <p14:creationId xmlns:p14="http://schemas.microsoft.com/office/powerpoint/2010/main" val="16883974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4970dd65a4057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B3714-A02B-4F96-B1BE-CFC38DDA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Remaining acceptance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AE16E-099F-4778-B359-D6591D7B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7075A-26C8-46E8-B757-FE847C9F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49B78-0CD6-4D7A-AE51-BCBA5FCC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14/16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421EE-FD74-4A65-8596-2D76A10E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Open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198D9-DAE8-4356-8837-AE532A2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Why they remain open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F89F8-5635-401F-A186-FD3917E6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3F03E-CA96-4329-A22D-8447E141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Physical USB removal and reconnection with a spare device.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44032-363C-4305-983D-64DAF658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45229-3B9E-4E06-91CE-18E85558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Enrollment and revocation on that physical device.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A6E0B-4A62-47B0-87B7-1ABF225C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481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14206-C7CF-46D6-ADDB-45F99DF4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Live USB-enumeration failure handling.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A3D6C-1BAB-42E3-97A7-E82F0C5C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71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47470-1B7B-4070-82D5-BD29E244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The available Cruzer Blade is the Kali boot drive and must remain connected.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73259-2878-471A-AB60-401C34ED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15788-1193-4D56-A11C-007BC554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57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Synthetic tests cover logic but cannot replace physical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1233846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5a66ba44e412a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6C29F-60E3-4C9C-89AE-467C541B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Outcomes and responsible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EFAF1-7652-40BD-B536-ADCB5B49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F856C-9240-4153-83C8-2EC9A879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7D5D4-D761-45F0-9B4A-F61FA474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15/16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3F49C-CA0E-4B6D-B6D0-D3DE3A35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5D840-778B-4E23-856B-A6B2F27C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The current artifact is a reviewable local host-monitoring prototype with evidence and decision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CCDFE-7FE6-4142-921F-59AEA20F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049C5-A7E0-4016-9683-C306631E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574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It does not quarantine activity, prove data copying or attribute a USB action to a person.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FD22A-80BC-46FE-B8A3-CA306E3F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BEB65-D1AB-4126-8F26-A37D4753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95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AI assistance and external technologies are documented; no plagiarism percentage is claimed.</a:t>
            </a:r>
          </a:p>
        </p:txBody>
      </p:sp>
    </p:spTree>
    <p:extLst>
      <p:ext uri="{BB962C8B-B14F-4D97-AF65-F5344CB8AC3E}">
        <p14:creationId xmlns:p14="http://schemas.microsoft.com/office/powerpoint/2010/main" val="2436066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7ff3a6d954fe6"/>
          <a:stretch xmlns:a="http://schemas.openxmlformats.org/drawingml/2006/main"/>
        </p:blipFill>
        <p:spPr>
          <a:xfrm xmlns:a="http://schemas.openxmlformats.org/drawingml/2006/main">
            <a:off x="11144250" y="1809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040F1-2CF5-4FCE-A9AB-1FD6D01A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References and project resources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88A7A-2DCD-49FF-801B-08B23F30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0E4B1-4A83-4AE3-AC5C-6297ECD4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Department of Computer Science &amp; Engineering ·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33C6F-9F0A-4A9E-84C2-6A2C3428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470"/>
                </a:solidFill>
                <a:latin typeface="Arial"/>
                <a:ea typeface="Arial"/>
                <a:cs typeface="Arial"/>
              </a:rPr>
              <a:t>16/16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A3070-F298-4217-B10D-F6099C19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8957C-25C5-4D9F-B203-F7708294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Project: C:\KernalGuard\README.md, docs/ARCHITECTURE.md, docs/EVALUATION.md and docs/ACCEPTANCE.md.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F65E1-6534-41FD-8CA6-27E36795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6324C-E2EA-49A2-AA8D-03343D4F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574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Red Hat audit-log guide; SQLAlchemy 2.0 transactions; MySQL 8.4 foreign keys; Flask security guidance.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07831-845A-4ABD-9669-E8A46868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F3C74-B037-41DC-ACDB-554699CA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95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5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6"/>
                </a:solidFill>
                <a:latin typeface="Arial"/>
                <a:ea typeface="Arial"/>
                <a:cs typeface="Arial"/>
              </a:rPr>
              <a:t>Team identity: supplied Phase 1 report. Contributions should be checked against the team’s Git history.</a:t>
            </a:r>
          </a:p>
        </p:txBody>
      </p:sp>
    </p:spTree>
    <p:extLst>
      <p:ext uri="{BB962C8B-B14F-4D97-AF65-F5344CB8AC3E}">
        <p14:creationId xmlns:p14="http://schemas.microsoft.com/office/powerpoint/2010/main" val="176454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2026-10-02T15:13:45.8990000Z</dcterms:created>
  <dcterms:modified xsi:type="dcterms:W3CDTF">2026-10-02T15:13:45.8990000Z</dcterms:modified>
</coreProperties>
</file>