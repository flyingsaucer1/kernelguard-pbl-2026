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15c2a52da7468c" /><Relationship Type="http://schemas.openxmlformats.org/officeDocument/2006/relationships/extended-properties" Target="/docProps/app.xml" Id="R1d94e2b3b42a439b" /><Relationship Type="http://schemas.openxmlformats.org/officeDocument/2006/relationships/officeDocument" Target="/ppt/presentation.xml" Id="Re9e4d3fa2bf643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c18e3e2c714158"/>
  </p:sldMasterIdLst>
  <p:notesMasterIdLst>
    <p:notesMasterId xmlns:r="http://schemas.openxmlformats.org/officeDocument/2006/relationships" r:id="R518a12c3d8f14a67"/>
  </p:notesMasterIdLst>
  <p:sldIdLst>
    <p:sldId xmlns:r="http://schemas.openxmlformats.org/officeDocument/2006/relationships" id="256" r:id="Rec04f445176c4d71"/>
    <p:sldId xmlns:r="http://schemas.openxmlformats.org/officeDocument/2006/relationships" id="257" r:id="R700da0dea801480a"/>
    <p:sldId xmlns:r="http://schemas.openxmlformats.org/officeDocument/2006/relationships" id="258" r:id="R788ba1e92d1349c9"/>
    <p:sldId xmlns:r="http://schemas.openxmlformats.org/officeDocument/2006/relationships" id="259" r:id="R2e58b8c08af5416a"/>
    <p:sldId xmlns:r="http://schemas.openxmlformats.org/officeDocument/2006/relationships" id="260" r:id="Re487abf08ae54bc7"/>
    <p:sldId xmlns:r="http://schemas.openxmlformats.org/officeDocument/2006/relationships" id="261" r:id="R21369b0c841949e1"/>
    <p:sldId xmlns:r="http://schemas.openxmlformats.org/officeDocument/2006/relationships" id="262" r:id="Rfdc3993d8dad4a1e"/>
    <p:sldId xmlns:r="http://schemas.openxmlformats.org/officeDocument/2006/relationships" id="263" r:id="R4cbcf0f6bd1b404f"/>
    <p:sldId xmlns:r="http://schemas.openxmlformats.org/officeDocument/2006/relationships" id="264" r:id="Ra608ffa8a0d74769"/>
    <p:sldId xmlns:r="http://schemas.openxmlformats.org/officeDocument/2006/relationships" id="265" r:id="Rf25967481ff84394"/>
    <p:sldId xmlns:r="http://schemas.openxmlformats.org/officeDocument/2006/relationships" id="266" r:id="Rcd352d6198f44d05"/>
    <p:sldId xmlns:r="http://schemas.openxmlformats.org/officeDocument/2006/relationships" id="267" r:id="Rf4c5bfab38274708"/>
    <p:sldId xmlns:r="http://schemas.openxmlformats.org/officeDocument/2006/relationships" id="268" r:id="R27e39325bb2c4d69"/>
    <p:sldId xmlns:r="http://schemas.openxmlformats.org/officeDocument/2006/relationships" id="269" r:id="R3363dc7a308c4c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244aeae4d14a0d" /><Relationship Type="http://schemas.openxmlformats.org/officeDocument/2006/relationships/slideMaster" Target="/ppt/slideMasters/slideMaster1.xml" Id="Ra3c18e3e2c714158" /><Relationship Type="http://schemas.openxmlformats.org/officeDocument/2006/relationships/notesMaster" Target="/ppt/notesMasters/notesMaster1.xml" Id="R518a12c3d8f14a67" /><Relationship Type="http://schemas.openxmlformats.org/officeDocument/2006/relationships/presProps" Target="/ppt/presProps.xml" Id="Rf58c73cf298b4398" /><Relationship Type="http://schemas.openxmlformats.org/officeDocument/2006/relationships/tableStyles" Target="/ppt/tableStyles.xml" Id="R4a65f14fe0b34ca4" /><Relationship Type="http://schemas.openxmlformats.org/officeDocument/2006/relationships/slide" Target="/ppt/slides/slide1.xml" Id="Rec04f445176c4d71" /><Relationship Type="http://schemas.openxmlformats.org/officeDocument/2006/relationships/slide" Target="/ppt/slides/slide2.xml" Id="R700da0dea801480a" /><Relationship Type="http://schemas.openxmlformats.org/officeDocument/2006/relationships/slide" Target="/ppt/slides/slide3.xml" Id="R788ba1e92d1349c9" /><Relationship Type="http://schemas.openxmlformats.org/officeDocument/2006/relationships/slide" Target="/ppt/slides/slide4.xml" Id="R2e58b8c08af5416a" /><Relationship Type="http://schemas.openxmlformats.org/officeDocument/2006/relationships/slide" Target="/ppt/slides/slide5.xml" Id="Re487abf08ae54bc7" /><Relationship Type="http://schemas.openxmlformats.org/officeDocument/2006/relationships/slide" Target="/ppt/slides/slide6.xml" Id="R21369b0c841949e1" /><Relationship Type="http://schemas.openxmlformats.org/officeDocument/2006/relationships/slide" Target="/ppt/slides/slide7.xml" Id="Rfdc3993d8dad4a1e" /><Relationship Type="http://schemas.openxmlformats.org/officeDocument/2006/relationships/slide" Target="/ppt/slides/slide8.xml" Id="R4cbcf0f6bd1b404f" /><Relationship Type="http://schemas.openxmlformats.org/officeDocument/2006/relationships/slide" Target="/ppt/slides/slide9.xml" Id="Ra608ffa8a0d74769" /><Relationship Type="http://schemas.openxmlformats.org/officeDocument/2006/relationships/slide" Target="/ppt/slides/slide10.xml" Id="Rf25967481ff84394" /><Relationship Type="http://schemas.openxmlformats.org/officeDocument/2006/relationships/slide" Target="/ppt/slides/slide11.xml" Id="Rcd352d6198f44d05" /><Relationship Type="http://schemas.openxmlformats.org/officeDocument/2006/relationships/slide" Target="/ppt/slides/slide12.xml" Id="Rf4c5bfab38274708" /><Relationship Type="http://schemas.openxmlformats.org/officeDocument/2006/relationships/slide" Target="/ppt/slides/slide13.xml" Id="R27e39325bb2c4d69" /><Relationship Type="http://schemas.openxmlformats.org/officeDocument/2006/relationships/slide" Target="/ppt/slides/slide14.xml" Id="R3363dc7a308c4c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d4977357bc42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c3f78e89c3451d" /><Relationship Type="http://schemas.openxmlformats.org/officeDocument/2006/relationships/notesMaster" Target="/ppt/notesMasters/notesMaster1.xml" Id="Rb52103db809b48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148228b43647e6" /><Relationship Type="http://schemas.openxmlformats.org/officeDocument/2006/relationships/notesMaster" Target="/ppt/notesMasters/notesMaster1.xml" Id="Rb5a20355e11c48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7b6fb39e9246b6" /><Relationship Type="http://schemas.openxmlformats.org/officeDocument/2006/relationships/notesMaster" Target="/ppt/notesMasters/notesMaster1.xml" Id="R0362075e08524f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e0fee71a0348e2" /><Relationship Type="http://schemas.openxmlformats.org/officeDocument/2006/relationships/notesMaster" Target="/ppt/notesMasters/notesMaster1.xml" Id="Rd5b7510cb8204a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6d05fad0794c5c" /><Relationship Type="http://schemas.openxmlformats.org/officeDocument/2006/relationships/notesMaster" Target="/ppt/notesMasters/notesMaster1.xml" Id="Rf7593b181c5047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3791535fdd4bd2" /><Relationship Type="http://schemas.openxmlformats.org/officeDocument/2006/relationships/notesMaster" Target="/ppt/notesMasters/notesMaster1.xml" Id="R12f9eee33aee4f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ac4c284cd742d8" /><Relationship Type="http://schemas.openxmlformats.org/officeDocument/2006/relationships/notesMaster" Target="/ppt/notesMasters/notesMaster1.xml" Id="R9807c1384b9444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fd8f8353ee45bb" /><Relationship Type="http://schemas.openxmlformats.org/officeDocument/2006/relationships/notesMaster" Target="/ppt/notesMasters/notesMaster1.xml" Id="R16d7f1339bbe44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c03c974d7c4015" /><Relationship Type="http://schemas.openxmlformats.org/officeDocument/2006/relationships/notesMaster" Target="/ppt/notesMasters/notesMaster1.xml" Id="R237daae88e264b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83504c5ccf4fe6" /><Relationship Type="http://schemas.openxmlformats.org/officeDocument/2006/relationships/notesMaster" Target="/ppt/notesMasters/notesMaster1.xml" Id="R8e50cff8778b47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0c84d7b90849a1" /><Relationship Type="http://schemas.openxmlformats.org/officeDocument/2006/relationships/notesMaster" Target="/ppt/notesMasters/notesMaster1.xml" Id="Ra47976cd5b5346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c21977e4934a24" /><Relationship Type="http://schemas.openxmlformats.org/officeDocument/2006/relationships/notesMaster" Target="/ppt/notesMasters/notesMaster1.xml" Id="R0b42c0dd6ac740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cb955b5b834a2b" /><Relationship Type="http://schemas.openxmlformats.org/officeDocument/2006/relationships/notesMaster" Target="/ppt/notesMasters/notesMaster1.xml" Id="R50e5bbc290774b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3abe549a55452f" /><Relationship Type="http://schemas.openxmlformats.org/officeDocument/2006/relationships/notesMaster" Target="/ppt/notesMasters/notesMaster1.xml" Id="Ra9430c9d004441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C:\KernalGuard-Phase2-PBL README.md; supplied Phase 1 PDF for team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1 PDF; Phase 2 docs/TEAM.md; Phase 3 docs/contributions/README.md. Areas are allocations, not verified authorship.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Phase 1 PDF; C:\KernalGuard-Phase2-PBL\README.md.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C:\KernalGuard-Phase2-PBL\README.md and kernelguard/core.py.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C:\KernalGuard-Phase2-PBL\README.md, docs/FILE_GUIDE.md, kernelguard/parser.py. External context: https://docs.redhat.com/en/documentation/red_hat_enterprise_linux/7/html/security_guide/sec-understanding_audit_log_files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C:\KernalGuard-Phase2-PBL\README.md and sql/schema.mysql.sql. MySQL foreign-key reference: https://dev.mysql.com/doc/refman/8.4/en/create-table-foreign-keys.html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C:\KernalGuard-Phase2-PBL\README.md, config.example.json and kernelguard/core.py.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C:\KernalGuard-Phase2-PBL\README.md; https://docs.sqlalchemy.org/en/20/core/connections.html; https://dev.mysql.com/doc/refman/8.4/en/create-table-foreign-keys.html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C:\KernalGuard-Phase2-PBL\docs/FILE_GUIDE.md.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C:\KernalGuard-Phase2-PBL\README.md. All event and alert counts are fixture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C:\KernalGuard-Phase2-PBL\README.md. Recorded host results are not a fresh check of this Windows folder.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C:\KernalGuard-Phase2-PBL\README.md; C:\KernalGuard\docs/ARCHITECTURE.md.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C:\KernalGuard-Phase2-PBL\README.md and docs/TEAM.md.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https://docs.redhat.com/en/documentation/red_hat_enterprise_linux/7/html/security_guide/sec-understanding_audit_log_files ; https://docs.sqlalchemy.org/en/20/core/connections.html ; https://dev.mysql.com/doc/refman/8.4/en/create-table-foreign-keys.html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cf480de7b47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2b63a9ccea4ad7" /><Relationship Type="http://schemas.openxmlformats.org/officeDocument/2006/relationships/slideLayout" Target="/ppt/slideLayouts/slideLayout1.xml" Id="R0f85312bd79a42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85312bd79a42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96d4a8f044aea" /><Relationship Type="http://schemas.openxmlformats.org/officeDocument/2006/relationships/image" Target="/ppt/media/image.png" Id="Rb9d009a075034804" /><Relationship Type="http://schemas.openxmlformats.org/officeDocument/2006/relationships/notesSlide" Target="/ppt/notesSlides/notesSlide1.xml" Id="Rb5391637ad4d4e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ec795fc6f4b6b" /><Relationship Type="http://schemas.openxmlformats.org/officeDocument/2006/relationships/image" Target="/ppt/media/image2.png" Id="Rdcefe6d5362b44d7" /><Relationship Type="http://schemas.openxmlformats.org/officeDocument/2006/relationships/notesSlide" Target="/ppt/notesSlides/notesSlide2.xml" Id="R61754b8523eb46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f70c994d445df" /><Relationship Type="http://schemas.openxmlformats.org/officeDocument/2006/relationships/image" Target="/ppt/media/image3.png" Id="Raa19428ebac84747" /><Relationship Type="http://schemas.openxmlformats.org/officeDocument/2006/relationships/notesSlide" Target="/ppt/notesSlides/notesSlide3.xml" Id="R7cfab20a577548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3fe5337994a9f" /><Relationship Type="http://schemas.openxmlformats.org/officeDocument/2006/relationships/image" Target="/ppt/media/image4.png" Id="R6da1dfe671c744fc" /><Relationship Type="http://schemas.openxmlformats.org/officeDocument/2006/relationships/notesSlide" Target="/ppt/notesSlides/notesSlide4.xml" Id="Ra452bface77b48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d7a54cf0c4be3" /><Relationship Type="http://schemas.openxmlformats.org/officeDocument/2006/relationships/image" Target="/ppt/media/image5.png" Id="Re2da69e989b84e7b" /><Relationship Type="http://schemas.openxmlformats.org/officeDocument/2006/relationships/notesSlide" Target="/ppt/notesSlides/notesSlide5.xml" Id="Ra4397b15d4864b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aae63417b40b3" /><Relationship Type="http://schemas.openxmlformats.org/officeDocument/2006/relationships/image" Target="/ppt/media/image6.png" Id="R8e66c1f1d26a48a3" /><Relationship Type="http://schemas.openxmlformats.org/officeDocument/2006/relationships/notesSlide" Target="/ppt/notesSlides/notesSlide6.xml" Id="R6a64647503eb42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7acf9051846a9" /><Relationship Type="http://schemas.openxmlformats.org/officeDocument/2006/relationships/image" Target="/ppt/media/image7.png" Id="R06113ac8d62b4156" /><Relationship Type="http://schemas.openxmlformats.org/officeDocument/2006/relationships/notesSlide" Target="/ppt/notesSlides/notesSlide7.xml" Id="Rf85519c7659e40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3cb95bdaf4a3e" /><Relationship Type="http://schemas.openxmlformats.org/officeDocument/2006/relationships/image" Target="/ppt/media/image8.png" Id="R9965010675364891" /><Relationship Type="http://schemas.openxmlformats.org/officeDocument/2006/relationships/notesSlide" Target="/ppt/notesSlides/notesSlide8.xml" Id="R4bd9fe5fa5c942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7a5e654c849ea" /><Relationship Type="http://schemas.openxmlformats.org/officeDocument/2006/relationships/image" Target="/ppt/media/image9.png" Id="Rbf2bb8a6c28a46a9" /><Relationship Type="http://schemas.openxmlformats.org/officeDocument/2006/relationships/notesSlide" Target="/ppt/notesSlides/notesSlide9.xml" Id="Rb7fab83b4e2a47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071b961d5487a" /><Relationship Type="http://schemas.openxmlformats.org/officeDocument/2006/relationships/image" Target="/ppt/media/image10.png" Id="R14ec3c61c13c4dcf" /><Relationship Type="http://schemas.openxmlformats.org/officeDocument/2006/relationships/notesSlide" Target="/ppt/notesSlides/notesSlide10.xml" Id="R70dc710a6d574f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b7a4e20854384" /><Relationship Type="http://schemas.openxmlformats.org/officeDocument/2006/relationships/image" Target="/ppt/media/image11.png" Id="R4a2e651a229949cc" /><Relationship Type="http://schemas.openxmlformats.org/officeDocument/2006/relationships/notesSlide" Target="/ppt/notesSlides/notesSlide11.xml" Id="R594aab5a944e4d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57644af6e427d" /><Relationship Type="http://schemas.openxmlformats.org/officeDocument/2006/relationships/image" Target="/ppt/media/image12.png" Id="Rd671d9932e5c4f92" /><Relationship Type="http://schemas.openxmlformats.org/officeDocument/2006/relationships/notesSlide" Target="/ppt/notesSlides/notesSlide12.xml" Id="Rf2bfe5cbe63f44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491cb44de440c" /><Relationship Type="http://schemas.openxmlformats.org/officeDocument/2006/relationships/image" Target="/ppt/media/image13.png" Id="R30824502db714c31" /><Relationship Type="http://schemas.openxmlformats.org/officeDocument/2006/relationships/notesSlide" Target="/ppt/notesSlides/notesSlide13.xml" Id="R3dba722195ae4f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b22ace50b4283" /><Relationship Type="http://schemas.openxmlformats.org/officeDocument/2006/relationships/image" Target="/ppt/media/image14.png" Id="R302f30ab37fc42fb" /><Relationship Type="http://schemas.openxmlformats.org/officeDocument/2006/relationships/notesSlide" Target="/ppt/notesSlides/notesSlide14.xml" Id="Rbc92ad44c58e4a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009a075034804"/>
          <a:stretch xmlns:a="http://schemas.openxmlformats.org/drawingml/2006/main"/>
        </p:blipFill>
        <p:spPr>
          <a:xfrm xmlns:a="http://schemas.openxmlformats.org/drawingml/2006/main">
            <a:off x="10668000" y="285750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F2F80-73F1-4680-BF82-4FF83F42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Project-Based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CAB63-1168-4419-A4F4-21D2169C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KernelGuard · Phase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8C5CA-7B33-4B1A-82C4-AB792AFF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376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06F89-9808-4BD4-97D0-A4748C79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Linux Audit, MySQL and explainable alerts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24E81-856A-400B-A49B-50026D0F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OS (TCS 502) and DBMS (TCS 503)  ·  Team OSDBMS-V-2026-T298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0DC2E-BE69-4532-BAF6-2CF5F393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Mentor: (Prof.)Dr.Mohammad Wazid  ·  Academic session 2026–27</a:t>
            </a:r>
          </a:p>
        </p:txBody>
      </p:sp>
    </p:spTree>
    <p:extLst>
      <p:ext uri="{BB962C8B-B14F-4D97-AF65-F5344CB8AC3E}">
        <p14:creationId xmlns:p14="http://schemas.microsoft.com/office/powerpoint/2010/main" val="964126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fe6d5362b44d7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188AE-2433-49C3-848A-4426F92F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Team and presentation areas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627D2-BFE3-4200-ACF9-71A8B388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6E8CE-A1BB-487D-A87A-42F8C785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8A5BB-7EDF-45BE-AFE0-503B62F3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2/14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21729-0427-4DCA-AB56-AB1252B8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Arshpreet Singh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FCA34-09CE-4396-A636-FD5129BD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7145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24021835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3F794-2C6F-4E31-A051-9D4454F5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Linux audit and host collection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96A17-9B0A-489D-BB1C-BAABAE16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B7C61-3ED2-49A3-9CA9-82EC54C6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Mohd Ahmed Khan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99F97-36FE-4AA1-B1D2-86F389B2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670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24021365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59C48-E487-41D4-AA50-8098F5B4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Database and persistence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16793-37F9-4155-9B56-84CE406B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575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E6D80-D992-46D8-AAD2-B32FEC01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Ankit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3A765-5A54-43E0-9676-1C0F87F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195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240212134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66436-593A-4EBC-BDE1-5CB05203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Detection and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9C721-A560-4845-B1E8-241F856D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00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5052E-F536-469E-AAEB-BEB2DE90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Mohd Shoaib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8A2D4C-4748-4D70-A0CA-AC24E792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5720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240211124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25F36A-CA8A-4342-85F2-5EEE8A36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Dashboard and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A4B91-8468-4B74-A553-951D2283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625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00D2EA-A07A-46D2-9B2F-6ACF5214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Member areas follow the source allocation documents. Individual commit claims need the team’s Git record.</a:t>
            </a:r>
          </a:p>
        </p:txBody>
      </p:sp>
    </p:spTree>
    <p:extLst>
      <p:ext uri="{BB962C8B-B14F-4D97-AF65-F5344CB8AC3E}">
        <p14:creationId xmlns:p14="http://schemas.microsoft.com/office/powerpoint/2010/main" val="1697683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9428ebac84747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59A68-AF6D-4382-B9C4-F3A14D5B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Phase 1 objective and Phase 2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8BB32-CC8F-4EF1-835D-F5578135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F08E9-4CF3-4848-9020-0ADA7508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9CBC2-4699-4F4D-9AEF-C8E4B590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3/14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D8A7D-D083-4F60-BA74-B4D4638F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F7DDF-9910-4048-8F8E-FB0AAF90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19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Phase 1 proposed a local Linux activity monitor that relates operating-system observations to a relational database.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B6126-805C-4CB3-8DCC-16C43448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D99C3-EE37-4B13-A041-3335E136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574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Phase 2 narrows the demonstration to audit parsing, MySQL persistence, two policy checks and a read-only dashboard.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0741F-8563-42B0-933D-8BF723B6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242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12452-1E15-4161-8265-5982A349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95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The standalone Phase 2 folder is a reconstructed presentation copy of this milestone.</a:t>
            </a:r>
          </a:p>
        </p:txBody>
      </p:sp>
    </p:spTree>
    <p:extLst>
      <p:ext uri="{BB962C8B-B14F-4D97-AF65-F5344CB8AC3E}">
        <p14:creationId xmlns:p14="http://schemas.microsoft.com/office/powerpoint/2010/main" val="487916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1dfe671c744fc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89846-973E-4338-A56F-3AE9B5A9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C1007-7B5A-4828-974C-C986B756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98CA0-4F66-42F6-AB22-DFFC7782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D39BE-EC43-4F6B-B5E5-966FF6A4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4/14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AA7A5-696E-4699-93B2-74CD44AA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5B776-509C-4F68-9CCC-CD055B31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19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 raw audit event is hard to review when its identity fields, rule setting and related warning are scattered.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FA77F-CBD5-453C-886C-B78FEF0C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8521E-1343-447D-AE2D-580AF141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574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Store grouped event metadata with a stable source ID and links to each alert.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A0900-390B-4D7F-89AF-06FDFFEC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814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82975-9527-4A6F-9FD0-431CD65C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55282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Show why a rule fired through event evidence and a saved policy snapshot.</a:t>
            </a:r>
          </a:p>
        </p:txBody>
      </p:sp>
    </p:spTree>
    <p:extLst>
      <p:ext uri="{BB962C8B-B14F-4D97-AF65-F5344CB8AC3E}">
        <p14:creationId xmlns:p14="http://schemas.microsoft.com/office/powerpoint/2010/main" val="11388975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a69e989b84e7b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CE399-F504-45FE-A17B-8D7E0391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Phase 2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1EE30-F22E-4F08-8795-2085BCBF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FB289-9AF2-4923-A8DC-D94E7538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90A87-F433-4B67-9A58-A314B093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5/14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9BFB8-6E37-454E-AA03-D584A900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Collection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DCEF4-9EE8-492E-951D-4B58C835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Storage and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9F771-0109-43FE-B430-A4AB0FB4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5CA19-1D83-4957-BB26-86FEBFEA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Linux Audit records are grouped by audit serial.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CD6D5-4B36-418C-A32E-D2CE3F3E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60149-AA97-4154-844D-AB93BB43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Parser retains identity, outcome, path and selected syscall metadata.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3D193-AC40-477A-8199-83F0AAED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481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90109-4324-424B-A0AB-69638EED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 unique source ID suppresses replay.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B9185-4752-4670-8FED-552B88F2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764A0-F2D9-41FB-BF17-58ECC2DD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One dedicated MySQL database holds eight tables.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BBA15-1752-4D84-9AED-6C823A84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2FCD8-9128-40C7-89B0-DEE3306A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Writer lock and transaction keep events, alerts and checkpoint consistent.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065E3B-3A3B-4B0E-9654-FA5073F2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481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F756D-8920-4300-B910-E478EF86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Read-only Flask pages show filters, alerts and evidence.</a:t>
            </a:r>
          </a:p>
        </p:txBody>
      </p:sp>
    </p:spTree>
    <p:extLst>
      <p:ext uri="{BB962C8B-B14F-4D97-AF65-F5344CB8AC3E}">
        <p14:creationId xmlns:p14="http://schemas.microsoft.com/office/powerpoint/2010/main" val="15115100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6c1f1d26a48a3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842E3-7EF7-476A-A10D-3A3C552F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Relational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14F99-5E54-477A-B0C6-EE85DE32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AFDB0-C6AC-4C17-8776-C75FC85D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CD9A6-8EEA-440E-97EE-74A9DA2D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6/14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5DFFE-E5E5-40DB-A21D-4903B3B3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Audit and rules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9CEAE-D2DA-42BA-9C32-082F826B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Policy and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783AB-2C86-4CCA-ADF4-2893BCE5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973B8-A5CC-4E9F-A052-A914486E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events, audit_details and event_context record normalized activity.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6F881-28F8-48D8-BE27-42F16CCB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ED7E2-BA29-4467-9DED-86240FF2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alerts and alert_events link warnings to supporting rows.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60B25-D8EC-4B5E-8F1A-244E055F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D5A77-F01C-4677-9EA5-722BEB70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rule_policies and alert_policies preserve the rule settings used.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08F37-3900-4EAB-A324-C38B9B3A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3B793-6680-4BD2-834F-BB7A6377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checkpoints records collector position and health.</a:t>
            </a:r>
          </a:p>
        </p:txBody>
      </p:sp>
    </p:spTree>
    <p:extLst>
      <p:ext uri="{BB962C8B-B14F-4D97-AF65-F5344CB8AC3E}">
        <p14:creationId xmlns:p14="http://schemas.microsoft.com/office/powerpoint/2010/main" val="4872204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13ac8d62b4156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C63DF-7987-4D24-BF03-91B11857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Two detection policies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4F155-F019-4618-A6D6-F16B3290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9737A-18A6-4309-BB9E-C9677A83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B3C28-98E6-455B-85DF-9B30B581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7/14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0DC34-A36A-4E69-AFE2-13D249A8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Failed authentication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B0AE8-76B2-489E-A91D-9D6227E1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Protected file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33E2B-5537-4344-AAD9-FCBB0266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36B0E-83A8-4D76-8881-5306C147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Five failed logins within the configured five-minute window form one grouped alert.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FF2FD-2A05-482D-ABA9-303F73B3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C1132-CBCA-4351-8ABD-7B1A360E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Evidence links retain the individual attempts.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09B99-99D9-497B-B9A4-E5F195B6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D76AE-E694-44AA-9256-5FA8EE87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 successful read outside configured local hours raises an alert.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480B3-BE6E-422E-B1CB-1EBD2316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D19AF-C589-4BBA-B181-FCD11D77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The event path, identity and saved hours explain the match.</a:t>
            </a:r>
          </a:p>
        </p:txBody>
      </p:sp>
    </p:spTree>
    <p:extLst>
      <p:ext uri="{BB962C8B-B14F-4D97-AF65-F5344CB8AC3E}">
        <p14:creationId xmlns:p14="http://schemas.microsoft.com/office/powerpoint/2010/main" val="16712241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5010675364891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5C3E6-A46F-41D0-87A7-9972CA75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Technology and course concepts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D6E39-4AD3-465C-9695-A425A199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2C6CA-BDA7-4C15-86D9-90B26094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B1710-3F92-43C1-9349-11758D06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8/14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0BB8A-FC33-4159-924A-DFF3FE41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Operating 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B7404-B59A-4BB4-BAF5-882BE1B1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Database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83C47-8BDE-47F8-9484-4C1DFEFC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68ED8-C125-4431-A592-FD9EF0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auditd and ausearch supply syscall and authentication records.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B59CA-F1B9-44CD-8610-7737D53D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FC6D7-F7EC-41C5-BFDE-B5ACE7E4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AUID, UID and EUID help distinguish login identity and current privilege.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2AC5A-6EDF-41BE-AEDC-9283357D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75386-3B83-458A-B0A0-D9E3D366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MySQL InnoDB, keys, foreign keys and indexes retain relationships.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1A07D-8D04-4879-8643-480C42D2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97AF9-C473-4C16-916C-DA619B8A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Transactions prevent a checkpoint from advancing without stored events.</a:t>
            </a:r>
          </a:p>
        </p:txBody>
      </p:sp>
    </p:spTree>
    <p:extLst>
      <p:ext uri="{BB962C8B-B14F-4D97-AF65-F5344CB8AC3E}">
        <p14:creationId xmlns:p14="http://schemas.microsoft.com/office/powerpoint/2010/main" val="895695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bb8a6c28a46a9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5D457-7CE4-409C-80BA-FC84DAFE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Implementation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73274-5049-4302-AA51-0796113B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E66F5-E9D9-44EE-B3A1-14FEE3BF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67828-5639-4556-A45F-9ECC47F3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9/14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2F4D7-03A4-4986-9160-83B3F711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E2758-0952-4A34-8977-2C91178E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19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Audit rule, parser, configuration validation, collector and two rules are present.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6E91A-29FB-45F4-A6C7-C2536496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B41A1-1DFE-4B78-B841-E3E76E61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574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Eight-table schema, SQL analysis queries and read-only dashboard are present.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87FAE-76B5-4952-98A3-1FB72910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814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CFB54-7F1D-4F33-ACDD-59B9CF4B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55282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Synthetic fixture and tests allow a repeatable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2267943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c3c61c13c4dcf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7547F-8F27-4D35-8149-05688E5B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Repeatable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541E2-BF73-4AD1-B957-116EC20A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0FCC1-EEED-4AB0-9DA5-E0302CE2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EA282-78B1-442D-B9F8-01C51A2B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10/14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50752-5333-4EAF-8F24-9725CCDE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97385-9743-4777-8AD4-5A35DCBC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908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synthetic audit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C72C0-0723-4BA6-969A-AE787C46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43125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66E41-5605-4E22-905A-F8AD5F5A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908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alerts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DD77E-EEF9-4486-BE1A-E0B661EC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D90CD-91B2-460E-B0CB-23362766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908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alert-to-event links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AFE8E-C0E7-42D6-B6BA-41A25DBE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3125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DBFE3-54DE-4F33-A952-83B0B121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908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MySQL tables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5091F-FF0C-464F-B3B9-6711FBB8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The fixture is marked origin=demo. Live audit records use origin=live.</a:t>
            </a:r>
          </a:p>
        </p:txBody>
      </p:sp>
    </p:spTree>
    <p:extLst>
      <p:ext uri="{BB962C8B-B14F-4D97-AF65-F5344CB8AC3E}">
        <p14:creationId xmlns:p14="http://schemas.microsoft.com/office/powerpoint/2010/main" val="8764203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e651a229949cc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058A5-EC63-43E9-AE3A-27E39D53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Live Linux and MySQL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03380-E5C7-4D48-824B-266B2985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7B6CB-3397-4F5C-B3DF-EC796DE9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5AB92-25E7-4F0F-8A46-ECAFB425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11/14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6B40B-4F78-46E7-BD1A-5AB99821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Observed on Kali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D4D14-245D-4629-8CE6-32DF4500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Database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B9F61-9489-4CAB-B1C6-02EAC003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3CB2B-8E77-4E8F-9604-224F018D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Controlled protected-file read appeared in Linux Audit and the application.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8F427-FE8E-4A41-9E11-9409E809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ED713-568C-4069-94F1-45208376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Localhost dashboard and live collector were checked on 2 October 2026.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C2703-581F-4403-BE3B-678F7084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4CE9B-350E-4957-9CCC-2C301CC6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Oracle MySQL 8.4 integration run recorded four passing tests.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EDAAE-D6E7-48CB-9826-5D5EDD87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2CEC2-D7A5-4CAA-9281-E206E4A3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The disposable test database was removed after the check.</a:t>
            </a:r>
          </a:p>
        </p:txBody>
      </p:sp>
    </p:spTree>
    <p:extLst>
      <p:ext uri="{BB962C8B-B14F-4D97-AF65-F5344CB8AC3E}">
        <p14:creationId xmlns:p14="http://schemas.microsoft.com/office/powerpoint/2010/main" val="8704723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1d9932e5c4f92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BCACB-BC60-42D7-A562-83BF46C6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Challenges and Phase 3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D4209-3A80-42E5-9FD6-AF4A9518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47A15-F13D-4BEF-8E9A-5D91B476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21D32-6A1B-4F0D-B343-E2C22BD5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12/14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E5C32-E9B6-402F-8C47-524E236F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Phase 2 lessons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BAEC4-0421-48B3-8180-0329AD3B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Next phase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67558-6B47-475C-A76C-9FEC8B8D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02D00-34AE-4387-AFD6-2E26C116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Audit lines must be grouped before interpreting one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B1350-10F4-4D09-B8DA-BDF7F681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BA00A-98B5-4A13-9267-05D4F56D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Replay identity and a transactional checkpoint matter after restart.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30E9E-8165-479F-BC6F-672FCB39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465CB-D6FC-4941-B606-329D31DA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Add user, process and USB inventory.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10873-E7C4-4834-B115-A01B2B9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79FA8-52FC-4152-94A7-AAD1CE45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Add bulk-path, privileged-command and unapproved-USB policies.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BFE8F-5595-4D86-9675-08940A06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481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2DC0-A265-40ED-8188-53D888DE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Add authenticated review and decision history.</a:t>
            </a:r>
          </a:p>
        </p:txBody>
      </p:sp>
    </p:spTree>
    <p:extLst>
      <p:ext uri="{BB962C8B-B14F-4D97-AF65-F5344CB8AC3E}">
        <p14:creationId xmlns:p14="http://schemas.microsoft.com/office/powerpoint/2010/main" val="13275851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24502db714c31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86091-2EB1-4A54-9809-8FA22960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Limitations and contribution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48C4D-9427-472B-A6FA-91541566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84868-1FB3-4FA2-A118-68A10887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7F7DE-5140-485C-844C-A8E1E37E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13/14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9D3D0-C705-43A3-A6B1-59D8D624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3EE5D-5FE8-4BD7-A9B5-A8DEEE5C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19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 policy match flags configured behavior. It does not prove malicious intent or block the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01369-02F7-4B4B-A89C-2DD8C7C1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41B40-6758-4B05-9A0A-CD992B18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574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Synthetic events demonstrate logic but do not establish live collection or field accuracy.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D8752-78DA-4217-A637-9BFE3466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242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18366-455F-4B78-9AB6-197FEA87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95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Team areas are recorded. Exact authorship and commit counts should come from verified Git history.</a:t>
            </a:r>
          </a:p>
        </p:txBody>
      </p:sp>
    </p:spTree>
    <p:extLst>
      <p:ext uri="{BB962C8B-B14F-4D97-AF65-F5344CB8AC3E}">
        <p14:creationId xmlns:p14="http://schemas.microsoft.com/office/powerpoint/2010/main" val="6693052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f30ab37fc42fb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24724-455F-4C68-B945-4A52C621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References and project resources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066B9-F514-4D2D-9217-AD7E6425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0DD7F-571C-4D22-9EA8-20C48C1B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1CD06-E6CB-47E0-BF1F-4FE94CFD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14/14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49FDB-678C-4B24-808E-7192D5E0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57D6C-B56A-4FBF-AE79-1124CD3C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19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Project: C:\KernalGuard-Phase2-PBL\README.md, docs/FILE_GUIDE.md and sql/schema.mysql.sql.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9A50B-E5EE-4E1B-9EEA-46604F07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16DD3-81BF-433B-A3AF-B36EC540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574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Red Hat audit-log field guide; SQLAlchemy 2.0 transaction guide; MySQL 8.4 foreign-key manual.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85D89-8A17-44A5-98D4-F4AEFB36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242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A46FB-F5EB-40BC-8317-AA1424F2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95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Team ID and student details: supplied Phase 1 project report.</a:t>
            </a:r>
          </a:p>
        </p:txBody>
      </p:sp>
    </p:spTree>
    <p:extLst>
      <p:ext uri="{BB962C8B-B14F-4D97-AF65-F5344CB8AC3E}">
        <p14:creationId xmlns:p14="http://schemas.microsoft.com/office/powerpoint/2010/main" val="767608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2026-10-02T15:13:41.2500000Z</dcterms:created>
  <dcterms:modified xsi:type="dcterms:W3CDTF">2026-10-02T15:13:41.2500000Z</dcterms:modified>
</coreProperties>
</file>